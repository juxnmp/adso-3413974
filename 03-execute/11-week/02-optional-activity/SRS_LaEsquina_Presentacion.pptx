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04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Supermercado La Esquina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0972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Especificación de Requerimientos de Software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502920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Savedra  ·  Juan David Gómez  ·  Juan Diego Hernández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Martín Fierro  ·  Mathias Palacios  ·  Simón Vega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4251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Jesús Ariel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Problema?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73152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30352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Inventario manual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6002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preciso, productos vencen o se pierden sin registro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41148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73152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010912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Registro de ventas a mano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10912" y="16002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humanos frecuentes en cálculos y registros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1148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73152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30352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Filas en caja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33375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manual de precios genera demoras en atención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80360"/>
            <a:ext cx="41148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846320" y="2880360"/>
            <a:ext cx="73152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010912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reportes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10912" y="33375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dispersa en cuadernos, difícil de consolidar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para el Supermercado La Esquina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265176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6517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productos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645920"/>
            <a:ext cx="265176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246120" y="1645920"/>
            <a:ext cx="26517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337560" y="1755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0" y="1828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en tiempo real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65176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26517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217920" y="1755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20840" y="1828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ventas y facturas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265176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26517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0120" y="3246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automáticos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3063240"/>
            <a:ext cx="265176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246120" y="3063240"/>
            <a:ext cx="26517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33756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40480" y="3246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stock bajo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063240"/>
            <a:ext cx="265176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6126480" y="3063240"/>
            <a:ext cx="26517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21792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20840" y="3246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usuarios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¿Quiénes usan el sistema?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35661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51760" cy="54864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y editar productos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el inventario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reportes de ventas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usuarios del sistema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Registrar y editar productos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Controlar el inventario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056" y="3995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3749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Gestionar usuarios del sistema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1097280"/>
            <a:ext cx="2651760" cy="35661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3154680" y="1097280"/>
            <a:ext cx="26517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16052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15468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Cajero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224028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ventas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facturas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nombre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alertas de stock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19272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Registrar ventas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19272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Generar facturas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9272" y="3246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19272" y="3749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 alertas de stock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1097280"/>
            <a:ext cx="2651760" cy="35661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6035040" y="109728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704088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🧑‍🤝‍🧑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03504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72200" y="224028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atención del cajero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Obtiene su factura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beneficia de mayor rapidez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interactúa directamente con el sistema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99632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Recibe la atención del cajero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99632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Obtiene su factura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99632" y="3246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99632" y="3749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interactúa directamente con el sistema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Respaldo: Lo que dijeron los usuarios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286000" cy="18288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2860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Apoyan 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286000" cy="18288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286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200400" y="1234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0040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Abiertos 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1097280"/>
            <a:ext cx="2286000" cy="1828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5943600" y="1097280"/>
            <a:ext cx="22860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943600" y="1234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594360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desacuerdo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personas encuestadas entre clientes y empleados del supermercado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841248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veces nos demoramos en atender porque debemos buscar los precios manualmente."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"Seria util tener un sistema que controle el inventario automaticamente."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Empleados del supermercado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Clave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 (RF)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2336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 · Registro de productos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92808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RF04 · Consulta por nombre/categoría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68296"/>
            <a:ext cx="402336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02920" y="24140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RF05 · Control de inventario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43784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02920" y="28895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RF06 · Registro de ventas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19272"/>
            <a:ext cx="402336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02920" y="3364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RF07 · Generación de facturas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02920" y="3840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RF09 · Reportes de ventas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270248"/>
            <a:ext cx="402336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02920" y="4315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RF10 · Alertas de stock bajo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 / Negocio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417320"/>
            <a:ext cx="402336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92040" y="1463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RNF01 · Interfaz fácil e intuitiva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892808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892040" y="19385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RNF02 · Respuesta &lt; 2 segundos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368296"/>
            <a:ext cx="402336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892040" y="24140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RNF03 · Autenticación de usuarios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843784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892040" y="28895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RN01 · Inventario en tiempo real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319272"/>
            <a:ext cx="402336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892040" y="3364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RN02 · Mejora en las ventas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requerimientos funcionales  ·  5 no funcionales / de negocio  ·  Todos priorizados por impacto y urgencia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Principales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37490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5176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Venta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Cajero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" y="2103120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84048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13232" y="21214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"Nueva venta"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2724912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84048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13232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Ingresa/escanea productos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334670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84048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13232" y="3364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muestra total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3968496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84048" y="3968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13232" y="398678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→ Factura generada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1097280"/>
            <a:ext cx="2651760" cy="37490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154680" y="1097280"/>
            <a:ext cx="265176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246120" y="11155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CU02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94760" y="11155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Inventario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64408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Administrador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64408" y="210312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3264408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593592" y="21214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"Inventario"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64408" y="272491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3264408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593592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lista de productos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64408" y="3346704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3264408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593592" y="3364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Agrega, edita o elimina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64408" y="3968496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3264408" y="3968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593592" y="398678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→ BD actualizada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35040" y="1097280"/>
            <a:ext cx="2651760" cy="37490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6035040" y="1097280"/>
            <a:ext cx="26517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6126480" y="11155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75120" y="11155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Reportes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44768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Administrador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44768" y="210312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6144768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473952" y="21214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 "Reportes"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44768" y="2724912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6144768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73952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tipo y fechas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44768" y="3346704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6144768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473952" y="3364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genera el reporte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144768" y="396849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6144768" y="3968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473952" y="398678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 o descarga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gestión para La Esquina resolverá los problemas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operativos del supermercado de forma práctica y eficiente.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2514600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28600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25328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ventas e inventario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3044952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28600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errores y tiempos de espera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0" y="3575304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28600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3593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para toma de decisiones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515</Words>
  <Application>Microsoft Office PowerPoint</Application>
  <PresentationFormat>Presentación en pantalla (16:9)</PresentationFormat>
  <Paragraphs>140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SRS - Supermercado La Esquina</dc:title>
  <dc:subject>PptxGenJS Presentation</dc:subject>
  <dc:creator>PptxGenJS</dc:creator>
  <cp:lastModifiedBy>juan carlos palacios rojas</cp:lastModifiedBy>
  <cp:revision>2</cp:revision>
  <dcterms:created xsi:type="dcterms:W3CDTF">2026-05-15T20:58:50Z</dcterms:created>
  <dcterms:modified xsi:type="dcterms:W3CDTF">2026-05-15T21:03:52Z</dcterms:modified>
</cp:coreProperties>
</file>